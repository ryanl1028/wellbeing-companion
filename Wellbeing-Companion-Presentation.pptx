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🌱  Wellbeing-Companion</a:t>
            </a:r>
          </a:p>
          <a:p>
            <a:pPr algn="ctr">
              <a:defRPr sz="2400">
                <a:solidFill>
                  <a:srgbClr val="C8E6C9"/>
                </a:solidFill>
              </a:defRPr>
            </a:pPr>
            <a:r>
              <a:t>An AI-Powered Student Health &amp; Wellbeing App</a:t>
            </a:r>
            <a:br/>
            <a:br/>
            <a:r>
              <a:t>SDG 3: Good Health and Wellbeing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 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Students today face unprecedented challenges: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😰  83% of students report stress affecting their academic performance (NCHA)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📱  Average screen time: 7+ hours/day — fuels doomscrolling &amp; sleep loss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🍔  Poor eating habits — 60% of students eat fewer than 3 proper meals/day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💧  Dehydration — 75% of students don't drink enough water daily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🏃  Sedentary lifestyle — most students sit for 10+ hours/day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📚  Poor study-life balance — all-nighters before exams, burnout before finals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There is NO single tool that holistically tracks ALL of these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Solution 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Wellbeing-Companion is an all-in-one student wellness platform that: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Tracks 4 pillars of health in ONE app (mental, physical, nutrition, study)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Uses AI to analyze food photos, verify study sessions &amp; count water intake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Works offline — all data stored locally, syncs to cloud when signed in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Sends smart reminders (drink water, stop doomscrolling, stretch break)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Is FREE — no subscription, no credit card, completely open source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Installs like a native app on iPhone/Android (PWA)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Built by a student, for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Four Pillars of Health  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🧠  Mental Health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Mood journal with emoji picker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4-7-8 breathing exercise (animated)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Crisis resources (hotlines, tips)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💪  Physical Health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Activity logger (10+ types)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5-min stretch break timer with exercises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AI water tracker (photo → cup count)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🥗  Nutrition &amp; Hydration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Interactive water tracker (8-glass goal)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Meal logger with health rating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AI food analysis (photo → calories, macros)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📚  Study-Life Balance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Pomodoro timer (25/5 min cycles)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Study session logger + progress bar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AI study verification (desk photo)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t>Dashboard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📊  Wellness Score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Composite 0-100 score from all 4 areas with animated ring chart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🔥  Daily Streaks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Mood, water, activity &amp; study streaks — gamified motivation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⚡  Quick Actions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One-tap mood/water/activity logging from the dashboard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💡  Daily Tip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Curated wellness tip every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Architecture  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Frontend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Vanilla HTML5, CSS3, JavaScript (zero frameworks!)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Progressive Web App (PWA) — installable, offline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Service Worker (cache-first, 50ms loads)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Responsive design — mobile, tablet, desktop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Dark mode support (auto-detected)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Backend &amp; Cloud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Firebase Hosting (free CDN, HTTPS)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Firebase Authentication (Google + Microsoft + Email)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Cloud Firestore (cloud sync when signed in)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Cloudflare Worker (AI API proxy, 100k req/day free)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AI / Machine Learning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Mistral pixtral-12b Vision Model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Three analysis pipelines: food, water, study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</a:defRPr>
            </a:pPr>
            <a:r>
              <a:t>  → Image compression (client-side) before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600" b="1">
                <a:solidFill>
                  <a:srgbClr val="2E7D32"/>
                </a:solidFill>
              </a:defRPr>
            </a:pPr>
            <a:r>
              <a:t>Why This Stack?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💰  $0/month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Everything runs on free tiers — Firebase, Cloudflare, Mistral, GitHub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⚡  Lightning Fast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Static HTML + cache-first SW = instant loads, even on 3G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🔒  Privacy First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</a:defRPr>
            </a:pPr>
            <a:r>
              <a:t>All data stored locally in browser. Cloud sync is optional &amp; encrypted.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AI-Powered Features  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🍽️  Food Analysis — Snap a photo, AI returns: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Calories, protein (g), carbs (g), fat (g)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Health score (1-5) with explanation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One-tap logging to your meal journal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💧  Water Tracking — Scan your cups/bottles: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AI counts visible water vessels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Estimates total ml from cup count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Quick-log buttons (1 cup, 2 cups, AI count)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📚  Study Verification — Photo of your desk: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AI detects if you're in a study environment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Provides personalized study tips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Auto-logs a 25-minute Pomodoro session on confirmation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All images are compressed to ≤1024px client-side before sending to the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Architecture  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🔒  LOCAL-FIRST PHILOSOPHY: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All health data lives in your browser first (localStorage).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You can use the entire app without ever signing in.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☁️  OPTIONAL CLOUD SYNC: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Sign in → Data syncs to Firestore → Access on other devices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Latest-wins merging (most recent entry survives conflicts)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📱  OFFLINE SUPPORT: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Service worker caches all HTML/CSS/JS on first visit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App works fully offline — pages, forms, logging,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Data syncs automatically when you reconnect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🔐  AUTHENTICATION: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Firebase Auth → Google, Microsoft (Azure AD), Email/Password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Session persisted in IndexedDB — auto sign-in across visits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Smart Notification System  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The service worker runs background checks every 30 seconds and sends: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💧  DRINK WATER — Every 2 hours (8am–8pm)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🤸  STRETCH BREAK — Every hour at :30 (9am–6pm)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🌙  STOP DOOMSCROLLING — Every 5 min from 10pm–10:55pm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📚  STUDY TIME — 9am, 2pm &amp; 7pm daily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How it works: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User toggles reminders on/off on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Preferences saved to localStorage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Notifications sent via Web Push API + Service Worker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Works even when browser is closed (on supported devices)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→ Native iPhone/Android notification center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Zero cost — no push notification service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Progressive Web App  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Wellbeing-Companion is a PWA — install it like a native app: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Add to Home Screen on iPhone (Share → Add to Home Screen)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Add to Home Screen on Android (Install banner)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App icon, splash screen, full-screen mode (no browser chrome)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Works fully offline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Native notifications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192px + 512px icons provided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✅  Web App Manifest configured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Why PWA instead of native iOS/Android?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→ Instant updates (no App Store review)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→ Single codebase for all platforms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→ No installation friction (just visit the URL)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→ Less storage used (under 1MB vs 100MB+ for native apps)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  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      🔗  wellbeing-companion-app.web.app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      📁  github.com/RyanL1028/wellbeing-companion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Try it now: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1. Open the URL on your phone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2. Sign in with Google (or use without signing in)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3. Try AI Food Analysis — snap any meal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4. Try AI Water Tracker — scan your water bottle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5. Toggle Smart Reminders on the dashboard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Everything is free, open source, and works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Impact &amp; SDG 3 Alignment  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UN SDG 3: Ensure healthy lives and promote well-being for all at all ages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How Wellbeing-Companion contributes: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🎯  Target 3.4 — Reduce mortality from non-communicable diseases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We promote healthy eating, hydration, and physical activity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🎯  Target 3.5 — Strengthen prevention of substance abuse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We provide mental health tools and crisis resources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🎯  Target 3.8 — Achieve universal health coverage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Our app is FREE — removing financial barriers to wellness tools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🎯  Target 3.d — Early warning and risk reduction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AI analysis gives instant nutritional feedback, preventing poor habits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By making wellness tracking accessible, gamified, and AI-powered, we help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students build healthy habits that last a lifetime.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Thank You 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🌱  Wellbeing-Companion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A free, AI-powered, privacy-first wellness platform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for students, by a student.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🔗  wellbeing-companion-app.web.app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📁  github.com/RyanL1028/wellbeing-companion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Tech:  HTML/CSS/JS  |  Firebase  |  Cloudflare Workers  |  Mistral AI</a:t>
            </a:r>
          </a:p>
          <a:p>
            <a:pPr lvl="1">
              <a:spcAft>
                <a:spcPts val="1200"/>
              </a:spcAft>
              <a:defRPr sz="1800">
                <a:solidFill>
                  <a:srgbClr val="64748B"/>
                </a:solidFill>
              </a:defRPr>
            </a:pPr>
            <a:r>
              <a:t>     Cost:  $0/month  |  Stack:  Fully serverless  |  License: 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